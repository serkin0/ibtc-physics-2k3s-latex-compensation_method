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</p:sldIdLst>
  <p:sldSz cx="1439863" cy="1079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56" autoAdjust="0"/>
    <p:restoredTop sz="94660"/>
  </p:normalViewPr>
  <p:slideViewPr>
    <p:cSldViewPr snapToGrid="0">
      <p:cViewPr>
        <p:scale>
          <a:sx n="400" d="100"/>
          <a:sy n="400" d="100"/>
        </p:scale>
        <p:origin x="3534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990" y="176668"/>
            <a:ext cx="1223884" cy="375826"/>
          </a:xfrm>
        </p:spPr>
        <p:txBody>
          <a:bodyPr anchor="b"/>
          <a:lstStyle>
            <a:lvl1pPr algn="ctr">
              <a:defRPr sz="944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983" y="566988"/>
            <a:ext cx="1079897" cy="260629"/>
          </a:xfrm>
        </p:spPr>
        <p:txBody>
          <a:bodyPr/>
          <a:lstStyle>
            <a:lvl1pPr marL="0" indent="0" algn="ctr">
              <a:buNone/>
              <a:defRPr sz="378"/>
            </a:lvl1pPr>
            <a:lvl2pPr marL="71963" indent="0" algn="ctr">
              <a:buNone/>
              <a:defRPr sz="315"/>
            </a:lvl2pPr>
            <a:lvl3pPr marL="143927" indent="0" algn="ctr">
              <a:buNone/>
              <a:defRPr sz="283"/>
            </a:lvl3pPr>
            <a:lvl4pPr marL="215890" indent="0" algn="ctr">
              <a:buNone/>
              <a:defRPr sz="252"/>
            </a:lvl4pPr>
            <a:lvl5pPr marL="287853" indent="0" algn="ctr">
              <a:buNone/>
              <a:defRPr sz="252"/>
            </a:lvl5pPr>
            <a:lvl6pPr marL="359816" indent="0" algn="ctr">
              <a:buNone/>
              <a:defRPr sz="252"/>
            </a:lvl6pPr>
            <a:lvl7pPr marL="431780" indent="0" algn="ctr">
              <a:buNone/>
              <a:defRPr sz="252"/>
            </a:lvl7pPr>
            <a:lvl8pPr marL="503743" indent="0" algn="ctr">
              <a:buNone/>
              <a:defRPr sz="252"/>
            </a:lvl8pPr>
            <a:lvl9pPr marL="575706" indent="0" algn="ctr">
              <a:buNone/>
              <a:defRPr sz="252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011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32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41" y="269126"/>
            <a:ext cx="1241882" cy="449042"/>
          </a:xfrm>
        </p:spPr>
        <p:txBody>
          <a:bodyPr anchor="b"/>
          <a:lstStyle>
            <a:lvl1pPr>
              <a:defRPr sz="944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41" y="722415"/>
            <a:ext cx="1241882" cy="236141"/>
          </a:xfrm>
        </p:spPr>
        <p:txBody>
          <a:bodyPr/>
          <a:lstStyle>
            <a:lvl1pPr marL="0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1pPr>
            <a:lvl2pPr marL="71963" indent="0">
              <a:buNone/>
              <a:defRPr sz="315">
                <a:solidFill>
                  <a:schemeClr val="tx1">
                    <a:tint val="82000"/>
                  </a:schemeClr>
                </a:solidFill>
              </a:defRPr>
            </a:lvl2pPr>
            <a:lvl3pPr marL="143927" indent="0">
              <a:buNone/>
              <a:defRPr sz="283">
                <a:solidFill>
                  <a:schemeClr val="tx1">
                    <a:tint val="82000"/>
                  </a:schemeClr>
                </a:solidFill>
              </a:defRPr>
            </a:lvl3pPr>
            <a:lvl4pPr marL="215890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4pPr>
            <a:lvl5pPr marL="28785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5pPr>
            <a:lvl6pPr marL="35981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6pPr>
            <a:lvl7pPr marL="431780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7pPr>
            <a:lvl8pPr marL="50374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8pPr>
            <a:lvl9pPr marL="57570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6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90" y="287367"/>
            <a:ext cx="611942" cy="68493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8931" y="287367"/>
            <a:ext cx="611942" cy="68493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185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57474"/>
            <a:ext cx="1241882" cy="20865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79" y="264627"/>
            <a:ext cx="609129" cy="129690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1963" indent="0">
              <a:buNone/>
              <a:defRPr sz="315" b="1"/>
            </a:lvl2pPr>
            <a:lvl3pPr marL="143927" indent="0">
              <a:buNone/>
              <a:defRPr sz="283" b="1"/>
            </a:lvl3pPr>
            <a:lvl4pPr marL="215890" indent="0">
              <a:buNone/>
              <a:defRPr sz="252" b="1"/>
            </a:lvl4pPr>
            <a:lvl5pPr marL="287853" indent="0">
              <a:buNone/>
              <a:defRPr sz="252" b="1"/>
            </a:lvl5pPr>
            <a:lvl6pPr marL="359816" indent="0">
              <a:buNone/>
              <a:defRPr sz="252" b="1"/>
            </a:lvl6pPr>
            <a:lvl7pPr marL="431780" indent="0">
              <a:buNone/>
              <a:defRPr sz="252" b="1"/>
            </a:lvl7pPr>
            <a:lvl8pPr marL="503743" indent="0">
              <a:buNone/>
              <a:defRPr sz="252" b="1"/>
            </a:lvl8pPr>
            <a:lvl9pPr marL="575706" indent="0">
              <a:buNone/>
              <a:defRPr sz="252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79" y="394318"/>
            <a:ext cx="609129" cy="5799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8931" y="264627"/>
            <a:ext cx="612129" cy="129690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1963" indent="0">
              <a:buNone/>
              <a:defRPr sz="315" b="1"/>
            </a:lvl2pPr>
            <a:lvl3pPr marL="143927" indent="0">
              <a:buNone/>
              <a:defRPr sz="283" b="1"/>
            </a:lvl3pPr>
            <a:lvl4pPr marL="215890" indent="0">
              <a:buNone/>
              <a:defRPr sz="252" b="1"/>
            </a:lvl4pPr>
            <a:lvl5pPr marL="287853" indent="0">
              <a:buNone/>
              <a:defRPr sz="252" b="1"/>
            </a:lvl5pPr>
            <a:lvl6pPr marL="359816" indent="0">
              <a:buNone/>
              <a:defRPr sz="252" b="1"/>
            </a:lvl6pPr>
            <a:lvl7pPr marL="431780" indent="0">
              <a:buNone/>
              <a:defRPr sz="252" b="1"/>
            </a:lvl7pPr>
            <a:lvl8pPr marL="503743" indent="0">
              <a:buNone/>
              <a:defRPr sz="252" b="1"/>
            </a:lvl8pPr>
            <a:lvl9pPr marL="575706" indent="0">
              <a:buNone/>
              <a:defRPr sz="252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8931" y="394318"/>
            <a:ext cx="612129" cy="57998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57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810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1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1967"/>
            <a:ext cx="464393" cy="251883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29" y="155428"/>
            <a:ext cx="728931" cy="767145"/>
          </a:xfrm>
        </p:spPr>
        <p:txBody>
          <a:bodyPr/>
          <a:lstStyle>
            <a:lvl1pPr>
              <a:defRPr sz="504"/>
            </a:lvl1pPr>
            <a:lvl2pPr>
              <a:defRPr sz="441"/>
            </a:lvl2pPr>
            <a:lvl3pPr>
              <a:defRPr sz="378"/>
            </a:lvl3pPr>
            <a:lvl4pPr>
              <a:defRPr sz="315"/>
            </a:lvl4pPr>
            <a:lvl5pPr>
              <a:defRPr sz="315"/>
            </a:lvl5pPr>
            <a:lvl6pPr>
              <a:defRPr sz="315"/>
            </a:lvl6pPr>
            <a:lvl7pPr>
              <a:defRPr sz="315"/>
            </a:lvl7pPr>
            <a:lvl8pPr>
              <a:defRPr sz="315"/>
            </a:lvl8pPr>
            <a:lvl9pPr>
              <a:defRPr sz="31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323850"/>
            <a:ext cx="464393" cy="599972"/>
          </a:xfrm>
        </p:spPr>
        <p:txBody>
          <a:bodyPr/>
          <a:lstStyle>
            <a:lvl1pPr marL="0" indent="0">
              <a:buNone/>
              <a:defRPr sz="252"/>
            </a:lvl1pPr>
            <a:lvl2pPr marL="71963" indent="0">
              <a:buNone/>
              <a:defRPr sz="220"/>
            </a:lvl2pPr>
            <a:lvl3pPr marL="143927" indent="0">
              <a:buNone/>
              <a:defRPr sz="189"/>
            </a:lvl3pPr>
            <a:lvl4pPr marL="215890" indent="0">
              <a:buNone/>
              <a:defRPr sz="157"/>
            </a:lvl4pPr>
            <a:lvl5pPr marL="287853" indent="0">
              <a:buNone/>
              <a:defRPr sz="157"/>
            </a:lvl5pPr>
            <a:lvl6pPr marL="359816" indent="0">
              <a:buNone/>
              <a:defRPr sz="157"/>
            </a:lvl6pPr>
            <a:lvl7pPr marL="431780" indent="0">
              <a:buNone/>
              <a:defRPr sz="157"/>
            </a:lvl7pPr>
            <a:lvl8pPr marL="503743" indent="0">
              <a:buNone/>
              <a:defRPr sz="157"/>
            </a:lvl8pPr>
            <a:lvl9pPr marL="575706" indent="0">
              <a:buNone/>
              <a:defRPr sz="15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293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1967"/>
            <a:ext cx="464393" cy="251883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29" y="155428"/>
            <a:ext cx="728931" cy="767145"/>
          </a:xfrm>
        </p:spPr>
        <p:txBody>
          <a:bodyPr anchor="t"/>
          <a:lstStyle>
            <a:lvl1pPr marL="0" indent="0">
              <a:buNone/>
              <a:defRPr sz="504"/>
            </a:lvl1pPr>
            <a:lvl2pPr marL="71963" indent="0">
              <a:buNone/>
              <a:defRPr sz="441"/>
            </a:lvl2pPr>
            <a:lvl3pPr marL="143927" indent="0">
              <a:buNone/>
              <a:defRPr sz="378"/>
            </a:lvl3pPr>
            <a:lvl4pPr marL="215890" indent="0">
              <a:buNone/>
              <a:defRPr sz="315"/>
            </a:lvl4pPr>
            <a:lvl5pPr marL="287853" indent="0">
              <a:buNone/>
              <a:defRPr sz="315"/>
            </a:lvl5pPr>
            <a:lvl6pPr marL="359816" indent="0">
              <a:buNone/>
              <a:defRPr sz="315"/>
            </a:lvl6pPr>
            <a:lvl7pPr marL="431780" indent="0">
              <a:buNone/>
              <a:defRPr sz="315"/>
            </a:lvl7pPr>
            <a:lvl8pPr marL="503743" indent="0">
              <a:buNone/>
              <a:defRPr sz="315"/>
            </a:lvl8pPr>
            <a:lvl9pPr marL="575706" indent="0">
              <a:buNone/>
              <a:defRPr sz="315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323850"/>
            <a:ext cx="464393" cy="599972"/>
          </a:xfrm>
        </p:spPr>
        <p:txBody>
          <a:bodyPr/>
          <a:lstStyle>
            <a:lvl1pPr marL="0" indent="0">
              <a:buNone/>
              <a:defRPr sz="252"/>
            </a:lvl1pPr>
            <a:lvl2pPr marL="71963" indent="0">
              <a:buNone/>
              <a:defRPr sz="220"/>
            </a:lvl2pPr>
            <a:lvl3pPr marL="143927" indent="0">
              <a:buNone/>
              <a:defRPr sz="189"/>
            </a:lvl3pPr>
            <a:lvl4pPr marL="215890" indent="0">
              <a:buNone/>
              <a:defRPr sz="157"/>
            </a:lvl4pPr>
            <a:lvl5pPr marL="287853" indent="0">
              <a:buNone/>
              <a:defRPr sz="157"/>
            </a:lvl5pPr>
            <a:lvl6pPr marL="359816" indent="0">
              <a:buNone/>
              <a:defRPr sz="157"/>
            </a:lvl6pPr>
            <a:lvl7pPr marL="431780" indent="0">
              <a:buNone/>
              <a:defRPr sz="157"/>
            </a:lvl7pPr>
            <a:lvl8pPr marL="503743" indent="0">
              <a:buNone/>
              <a:defRPr sz="157"/>
            </a:lvl8pPr>
            <a:lvl9pPr marL="575706" indent="0">
              <a:buNone/>
              <a:defRPr sz="15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39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004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402" y="57474"/>
            <a:ext cx="310470" cy="914826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991" y="57474"/>
            <a:ext cx="913413" cy="91482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359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91" y="57474"/>
            <a:ext cx="1241882" cy="208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91" y="287367"/>
            <a:ext cx="1241882" cy="684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991" y="1000537"/>
            <a:ext cx="323969" cy="574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2BBB57-00DD-49AE-8CB4-8783E5DC1DD6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6955" y="1000537"/>
            <a:ext cx="485954" cy="574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903" y="1000537"/>
            <a:ext cx="323969" cy="574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DE2B88-4260-4726-9FD5-D00CBB1F43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44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43927" rtl="0" eaLnBrk="1" latinLnBrk="0" hangingPunct="1">
        <a:lnSpc>
          <a:spcPct val="90000"/>
        </a:lnSpc>
        <a:spcBef>
          <a:spcPct val="0"/>
        </a:spcBef>
        <a:buNone/>
        <a:defRPr sz="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82" indent="-35982" algn="l" defTabSz="143927" rtl="0" eaLnBrk="1" latinLnBrk="0" hangingPunct="1">
        <a:lnSpc>
          <a:spcPct val="90000"/>
        </a:lnSpc>
        <a:spcBef>
          <a:spcPts val="157"/>
        </a:spcBef>
        <a:buFont typeface="Arial" panose="020B0604020202020204" pitchFamily="34" charset="0"/>
        <a:buChar char="•"/>
        <a:defRPr sz="441" kern="1200">
          <a:solidFill>
            <a:schemeClr val="tx1"/>
          </a:solidFill>
          <a:latin typeface="+mn-lt"/>
          <a:ea typeface="+mn-ea"/>
          <a:cs typeface="+mn-cs"/>
        </a:defRPr>
      </a:lvl1pPr>
      <a:lvl2pPr marL="107945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79908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15" kern="1200">
          <a:solidFill>
            <a:schemeClr val="tx1"/>
          </a:solidFill>
          <a:latin typeface="+mn-lt"/>
          <a:ea typeface="+mn-ea"/>
          <a:cs typeface="+mn-cs"/>
        </a:defRPr>
      </a:lvl3pPr>
      <a:lvl4pPr marL="251871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4pPr>
      <a:lvl5pPr marL="323835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5pPr>
      <a:lvl6pPr marL="395798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6pPr>
      <a:lvl7pPr marL="467761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7pPr>
      <a:lvl8pPr marL="539725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8pPr>
      <a:lvl9pPr marL="611688" indent="-35982" algn="l" defTabSz="143927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1pPr>
      <a:lvl2pPr marL="71963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2pPr>
      <a:lvl3pPr marL="143927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3pPr>
      <a:lvl4pPr marL="215890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4pPr>
      <a:lvl5pPr marL="287853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5pPr>
      <a:lvl6pPr marL="359816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6pPr>
      <a:lvl7pPr marL="431780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7pPr>
      <a:lvl8pPr marL="503743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8pPr>
      <a:lvl9pPr marL="575706" algn="l" defTabSz="143927" rtl="0" eaLnBrk="1" latinLnBrk="0" hangingPunct="1">
        <a:defRPr sz="2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EA4133C6-5E3F-7587-1F72-8FB02AFDA9E6}"/>
              </a:ext>
            </a:extLst>
          </p:cNvPr>
          <p:cNvGrpSpPr/>
          <p:nvPr/>
        </p:nvGrpSpPr>
        <p:grpSpPr>
          <a:xfrm>
            <a:off x="104901" y="0"/>
            <a:ext cx="1230059" cy="1000929"/>
            <a:chOff x="24924" y="-22235"/>
            <a:chExt cx="1230059" cy="1000929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49547C57-C2CD-5AAB-00F3-98F1207CE143}"/>
                </a:ext>
              </a:extLst>
            </p:cNvPr>
            <p:cNvSpPr/>
            <p:nvPr/>
          </p:nvSpPr>
          <p:spPr>
            <a:xfrm>
              <a:off x="228597" y="164108"/>
              <a:ext cx="898526" cy="705836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444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" name="Прямая со стрелкой 4">
              <a:extLst>
                <a:ext uri="{FF2B5EF4-FFF2-40B4-BE49-F238E27FC236}">
                  <a16:creationId xmlns:a16="http://schemas.microsoft.com/office/drawing/2014/main" id="{22031210-414D-BC75-EA31-903EA3939B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600" y="40481"/>
              <a:ext cx="0" cy="938213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lg"/>
              <a:tailEnd type="stealth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Прямая со стрелкой 5">
              <a:extLst>
                <a:ext uri="{FF2B5EF4-FFF2-40B4-BE49-F238E27FC236}">
                  <a16:creationId xmlns:a16="http://schemas.microsoft.com/office/drawing/2014/main" id="{A687D100-8D07-003D-8210-B6889767C70D}"/>
                </a:ext>
              </a:extLst>
            </p:cNvPr>
            <p:cNvCxnSpPr>
              <a:cxnSpLocks/>
            </p:cNvCxnSpPr>
            <p:nvPr/>
          </p:nvCxnSpPr>
          <p:spPr>
            <a:xfrm>
              <a:off x="228599" y="538956"/>
              <a:ext cx="982663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lg"/>
              <a:tailEnd type="stealth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86E189CE-672E-FA29-9BA5-829A7CA5D61A}"/>
                </a:ext>
              </a:extLst>
            </p:cNvPr>
            <p:cNvSpPr/>
            <p:nvPr/>
          </p:nvSpPr>
          <p:spPr>
            <a:xfrm>
              <a:off x="228598" y="164108"/>
              <a:ext cx="898526" cy="705836"/>
            </a:xfrm>
            <a:custGeom>
              <a:avLst/>
              <a:gdLst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603186 w 901700"/>
                <a:gd name="connsiteY1" fmla="*/ 335242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603186 w 901700"/>
                <a:gd name="connsiteY1" fmla="*/ 335242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603186 w 901700"/>
                <a:gd name="connsiteY1" fmla="*/ 335242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359441 w 901700"/>
                <a:gd name="connsiteY1" fmla="*/ 434965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359441 w 901700"/>
                <a:gd name="connsiteY1" fmla="*/ 434965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359441 w 901700"/>
                <a:gd name="connsiteY1" fmla="*/ 434965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6 h 777876"/>
                <a:gd name="connsiteX1" fmla="*/ 421573 w 901700"/>
                <a:gd name="connsiteY1" fmla="*/ 413972 h 777876"/>
                <a:gd name="connsiteX2" fmla="*/ 901700 w 901700"/>
                <a:gd name="connsiteY2" fmla="*/ 1 h 777876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421573 w 901700"/>
                <a:gd name="connsiteY1" fmla="*/ 413971 h 777875"/>
                <a:gd name="connsiteX2" fmla="*/ 901700 w 901700"/>
                <a:gd name="connsiteY2" fmla="*/ 0 h 777875"/>
                <a:gd name="connsiteX0" fmla="*/ 0 w 901700"/>
                <a:gd name="connsiteY0" fmla="*/ 777875 h 777875"/>
                <a:gd name="connsiteX1" fmla="*/ 239959 w 901700"/>
                <a:gd name="connsiteY1" fmla="*/ 416595 h 777875"/>
                <a:gd name="connsiteX2" fmla="*/ 901700 w 901700"/>
                <a:gd name="connsiteY2" fmla="*/ 0 h 777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1700" h="777875">
                  <a:moveTo>
                    <a:pt x="0" y="777875"/>
                  </a:moveTo>
                  <a:cubicBezTo>
                    <a:pt x="144740" y="524338"/>
                    <a:pt x="77554" y="651506"/>
                    <a:pt x="239959" y="416595"/>
                  </a:cubicBezTo>
                  <a:cubicBezTo>
                    <a:pt x="395226" y="163645"/>
                    <a:pt x="741770" y="36266"/>
                    <a:pt x="901700" y="0"/>
                  </a:cubicBezTo>
                </a:path>
              </a:pathLst>
            </a:custGeom>
            <a:noFill/>
            <a:ln w="9525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716BDE3-DA6F-18C5-CDB8-A70ED2DC09CF}"/>
                    </a:ext>
                  </a:extLst>
                </p:cNvPr>
                <p:cNvSpPr txBox="1"/>
                <p:nvPr/>
              </p:nvSpPr>
              <p:spPr>
                <a:xfrm>
                  <a:off x="53489" y="797905"/>
                  <a:ext cx="139718" cy="1440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716BDE3-DA6F-18C5-CDB8-A70ED2DC09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89" y="797905"/>
                  <a:ext cx="139718" cy="144078"/>
                </a:xfrm>
                <a:prstGeom prst="rect">
                  <a:avLst/>
                </a:prstGeom>
                <a:blipFill>
                  <a:blip r:embed="rId2"/>
                  <a:stretch>
                    <a:fillRect l="-8696" t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56CD2F7-44C2-2864-03C2-2D2B51FBF26D}"/>
                    </a:ext>
                  </a:extLst>
                </p:cNvPr>
                <p:cNvSpPr txBox="1"/>
                <p:nvPr/>
              </p:nvSpPr>
              <p:spPr>
                <a:xfrm>
                  <a:off x="24924" y="92069"/>
                  <a:ext cx="196849" cy="1440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  <m:r>
                              <a:rPr lang="en-US" sz="5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56CD2F7-44C2-2864-03C2-2D2B51FBF2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24" y="92069"/>
                  <a:ext cx="196849" cy="144078"/>
                </a:xfrm>
                <a:prstGeom prst="rect">
                  <a:avLst/>
                </a:prstGeom>
                <a:blipFill>
                  <a:blip r:embed="rId3"/>
                  <a:stretch>
                    <a:fillRect l="-9375" t="-4348" r="-3125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B3BB547-3CDC-2AFD-5C24-348F5FCD049B}"/>
                    </a:ext>
                  </a:extLst>
                </p:cNvPr>
                <p:cNvSpPr txBox="1"/>
                <p:nvPr/>
              </p:nvSpPr>
              <p:spPr>
                <a:xfrm>
                  <a:off x="427326" y="592595"/>
                  <a:ext cx="133563" cy="1445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</m:den>
                        </m:f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sz="500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B3BB547-3CDC-2AFD-5C24-348F5FCD04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326" y="592595"/>
                  <a:ext cx="133563" cy="144591"/>
                </a:xfrm>
                <a:prstGeom prst="rect">
                  <a:avLst/>
                </a:prstGeom>
                <a:blipFill>
                  <a:blip r:embed="rId4"/>
                  <a:stretch>
                    <a:fillRect l="-13636" t="-4167" r="-9091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E49D32C2-6239-301C-40C5-09B9AB41D458}"/>
                </a:ext>
              </a:extLst>
            </p:cNvPr>
            <p:cNvSpPr/>
            <p:nvPr/>
          </p:nvSpPr>
          <p:spPr>
            <a:xfrm>
              <a:off x="462899" y="538956"/>
              <a:ext cx="18288" cy="18288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102601-876E-A6A5-0EEA-1580EAA8C89D}"/>
                    </a:ext>
                  </a:extLst>
                </p:cNvPr>
                <p:cNvSpPr txBox="1"/>
                <p:nvPr/>
              </p:nvSpPr>
              <p:spPr>
                <a:xfrm>
                  <a:off x="193207" y="-22235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102601-876E-A6A5-0EEA-1580EAA8C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207" y="-22235"/>
                  <a:ext cx="184932" cy="1692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915C9C7-D47B-10EC-430F-BF8490AEBEBF}"/>
                    </a:ext>
                  </a:extLst>
                </p:cNvPr>
                <p:cNvSpPr txBox="1"/>
                <p:nvPr/>
              </p:nvSpPr>
              <p:spPr>
                <a:xfrm>
                  <a:off x="1070051" y="517026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ru-RU" sz="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sz="5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915C9C7-D47B-10EC-430F-BF8490AEBE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051" y="517026"/>
                  <a:ext cx="184932" cy="1692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D0E9B80-1EF4-1EF9-F75E-89D7028A290A}"/>
                    </a:ext>
                  </a:extLst>
                </p:cNvPr>
                <p:cNvSpPr txBox="1"/>
                <p:nvPr/>
              </p:nvSpPr>
              <p:spPr>
                <a:xfrm>
                  <a:off x="53489" y="452416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D0E9B80-1EF4-1EF9-F75E-89D7028A29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89" y="452416"/>
                  <a:ext cx="184932" cy="1692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90835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FFBC33C-5334-37F4-8110-0EDB15755E4F}"/>
              </a:ext>
            </a:extLst>
          </p:cNvPr>
          <p:cNvGrpSpPr/>
          <p:nvPr/>
        </p:nvGrpSpPr>
        <p:grpSpPr>
          <a:xfrm>
            <a:off x="104901" y="0"/>
            <a:ext cx="1230059" cy="1000929"/>
            <a:chOff x="24924" y="-22235"/>
            <a:chExt cx="1230059" cy="1000929"/>
          </a:xfrm>
        </p:grpSpPr>
        <p:cxnSp>
          <p:nvCxnSpPr>
            <p:cNvPr id="3" name="Прямая со стрелкой 2">
              <a:extLst>
                <a:ext uri="{FF2B5EF4-FFF2-40B4-BE49-F238E27FC236}">
                  <a16:creationId xmlns:a16="http://schemas.microsoft.com/office/drawing/2014/main" id="{EDED854C-9915-A135-F37E-9A5CAB079B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600" y="40481"/>
              <a:ext cx="0" cy="938213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lg"/>
              <a:tailEnd type="stealth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Прямая со стрелкой 3">
              <a:extLst>
                <a:ext uri="{FF2B5EF4-FFF2-40B4-BE49-F238E27FC236}">
                  <a16:creationId xmlns:a16="http://schemas.microsoft.com/office/drawing/2014/main" id="{57FF8B52-B690-AC94-2BBF-DB102008778F}"/>
                </a:ext>
              </a:extLst>
            </p:cNvPr>
            <p:cNvCxnSpPr>
              <a:cxnSpLocks/>
            </p:cNvCxnSpPr>
            <p:nvPr/>
          </p:nvCxnSpPr>
          <p:spPr>
            <a:xfrm>
              <a:off x="228599" y="538956"/>
              <a:ext cx="982663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lg"/>
              <a:tailEnd type="stealth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1DC6F93C-CFE1-FA10-F3B1-49E35923FDA5}"/>
                </a:ext>
              </a:extLst>
            </p:cNvPr>
            <p:cNvSpPr/>
            <p:nvPr/>
          </p:nvSpPr>
          <p:spPr>
            <a:xfrm rot="10800000">
              <a:off x="228598" y="164108"/>
              <a:ext cx="898526" cy="705836"/>
            </a:xfrm>
            <a:custGeom>
              <a:avLst/>
              <a:gdLst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  <a:gd name="connsiteX0" fmla="*/ 0 w 901700"/>
                <a:gd name="connsiteY0" fmla="*/ 777875 h 777875"/>
                <a:gd name="connsiteX1" fmla="*/ 901700 w 901700"/>
                <a:gd name="connsiteY1" fmla="*/ 0 h 777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1700" h="777875">
                  <a:moveTo>
                    <a:pt x="0" y="777875"/>
                  </a:moveTo>
                  <a:cubicBezTo>
                    <a:pt x="337873" y="630766"/>
                    <a:pt x="701146" y="521758"/>
                    <a:pt x="901700" y="0"/>
                  </a:cubicBezTo>
                </a:path>
              </a:pathLst>
            </a:custGeom>
            <a:noFill/>
            <a:ln w="9525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AFE8C3A-7CFC-7CD3-D739-F8D1D134DCB3}"/>
                </a:ext>
              </a:extLst>
            </p:cNvPr>
            <p:cNvSpPr/>
            <p:nvPr/>
          </p:nvSpPr>
          <p:spPr>
            <a:xfrm>
              <a:off x="228597" y="164108"/>
              <a:ext cx="895348" cy="705836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444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D2734CC-6D44-DB95-3FB9-AE90B763EB8E}"/>
                    </a:ext>
                  </a:extLst>
                </p:cNvPr>
                <p:cNvSpPr txBox="1"/>
                <p:nvPr/>
              </p:nvSpPr>
              <p:spPr>
                <a:xfrm>
                  <a:off x="53489" y="797905"/>
                  <a:ext cx="139718" cy="1440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D2734CC-6D44-DB95-3FB9-AE90B763EB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89" y="797905"/>
                  <a:ext cx="139718" cy="144078"/>
                </a:xfrm>
                <a:prstGeom prst="rect">
                  <a:avLst/>
                </a:prstGeom>
                <a:blipFill>
                  <a:blip r:embed="rId2"/>
                  <a:stretch>
                    <a:fillRect l="-8696" t="-8696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1614BB8-E7A4-50DA-46A9-17A6E197EA00}"/>
                    </a:ext>
                  </a:extLst>
                </p:cNvPr>
                <p:cNvSpPr txBox="1"/>
                <p:nvPr/>
              </p:nvSpPr>
              <p:spPr>
                <a:xfrm>
                  <a:off x="24924" y="92069"/>
                  <a:ext cx="196849" cy="1440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  <m:r>
                              <a:rPr lang="en-US" sz="5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1614BB8-E7A4-50DA-46A9-17A6E197E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24" y="92069"/>
                  <a:ext cx="196849" cy="144078"/>
                </a:xfrm>
                <a:prstGeom prst="rect">
                  <a:avLst/>
                </a:prstGeom>
                <a:blipFill>
                  <a:blip r:embed="rId3"/>
                  <a:stretch>
                    <a:fillRect l="-9375" t="-4348" r="-3125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92E53B1-4DED-82E0-23CC-38AB334A9B46}"/>
                    </a:ext>
                  </a:extLst>
                </p:cNvPr>
                <p:cNvSpPr txBox="1"/>
                <p:nvPr/>
              </p:nvSpPr>
              <p:spPr>
                <a:xfrm>
                  <a:off x="193207" y="-22235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92E53B1-4DED-82E0-23CC-38AB334A9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207" y="-22235"/>
                  <a:ext cx="184932" cy="1692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D4A8151-CBFC-2BE9-D181-7676C254F6EC}"/>
                    </a:ext>
                  </a:extLst>
                </p:cNvPr>
                <p:cNvSpPr txBox="1"/>
                <p:nvPr/>
              </p:nvSpPr>
              <p:spPr>
                <a:xfrm>
                  <a:off x="1070051" y="517026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ru-RU" sz="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sz="5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D4A8151-CBFC-2BE9-D181-7676C254F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051" y="517026"/>
                  <a:ext cx="184932" cy="1692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6F0FB9F-BC62-DC76-36F1-C514D53F831E}"/>
                    </a:ext>
                  </a:extLst>
                </p:cNvPr>
                <p:cNvSpPr txBox="1"/>
                <p:nvPr/>
              </p:nvSpPr>
              <p:spPr>
                <a:xfrm>
                  <a:off x="53489" y="452416"/>
                  <a:ext cx="184932" cy="1692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5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6F0FB9F-BC62-DC76-36F1-C514D53F83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89" y="452416"/>
                  <a:ext cx="184932" cy="1692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C2E935-7F51-1BD7-58A2-F4E9894D8860}"/>
                    </a:ext>
                  </a:extLst>
                </p:cNvPr>
                <p:cNvSpPr txBox="1"/>
                <p:nvPr/>
              </p:nvSpPr>
              <p:spPr>
                <a:xfrm>
                  <a:off x="398751" y="592594"/>
                  <a:ext cx="133563" cy="14459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5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ℰ</m:t>
                                </m:r>
                              </m:e>
                              <m:sub>
                                <m:r>
                                  <a:rPr lang="en-US" sz="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</m:den>
                        </m:f>
                        <m:r>
                          <a:rPr lang="en-US" sz="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sz="5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C2E935-7F51-1BD7-58A2-F4E9894D8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751" y="592594"/>
                  <a:ext cx="133563" cy="144591"/>
                </a:xfrm>
                <a:prstGeom prst="rect">
                  <a:avLst/>
                </a:prstGeom>
                <a:blipFill>
                  <a:blip r:embed="rId8"/>
                  <a:stretch>
                    <a:fillRect l="-14286" t="-4167" r="-14286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5B6AF253-3C4D-F57A-69B1-4920D540D4F2}"/>
                </a:ext>
              </a:extLst>
            </p:cNvPr>
            <p:cNvSpPr/>
            <p:nvPr/>
          </p:nvSpPr>
          <p:spPr>
            <a:xfrm>
              <a:off x="434324" y="538955"/>
              <a:ext cx="18288" cy="18288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3754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308</TotalTime>
  <Words>16</Words>
  <Application>Microsoft Office PowerPoint</Application>
  <PresentationFormat>Произвольный</PresentationFormat>
  <Paragraphs>12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Сергей Скороходов</dc:creator>
  <cp:lastModifiedBy>Сергей Скороходов</cp:lastModifiedBy>
  <cp:revision>4</cp:revision>
  <dcterms:created xsi:type="dcterms:W3CDTF">2025-10-08T14:24:40Z</dcterms:created>
  <dcterms:modified xsi:type="dcterms:W3CDTF">2025-10-22T20:58:35Z</dcterms:modified>
</cp:coreProperties>
</file>